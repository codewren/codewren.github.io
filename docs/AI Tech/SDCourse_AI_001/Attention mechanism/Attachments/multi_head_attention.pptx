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572000" cy="4572000"/>
          </a:xfrm>
          <a:prstGeom prst="ellipse">
            <a:avLst/>
          </a:prstGeom>
          <a:solidFill>
            <a:srgbClr val="13233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731520"/>
            <a:ext cx="3108960" cy="3108960"/>
          </a:xfrm>
          <a:prstGeom prst="ellipse">
            <a:avLst/>
          </a:prstGeom>
          <a:solidFill>
            <a:srgbClr val="173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parallel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Multi-Head Attention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 attention heads run in parallel and recombine — building on the single-head walkthrough.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3</a:t>
            </a:r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tokens     </a:t>
            </a:r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 = 512</a:t>
            </a:r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num_heads = 8</a:t>
            </a:r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d_k = 64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0A1A2E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2578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one head:  X (3,512) → project to Q, K, V (3,64) → scores (3,3) → softmax → output (3,64).  Multi-head runs eight of these side by side.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— split d_model across heads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wide attention, use 8 heads — each with its own smaller slice of the representation.</a:t>
            </a:r>
            <a:endParaRPr lang="en-US" sz="1500" dirty="0"/>
          </a:p>
        </p:txBody>
      </p:sp>
      <p:pic>
        <p:nvPicPr>
          <p:cNvPr id="6" name="Image 0" descr="mha_out/diagrams/mha_spl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600200"/>
            <a:ext cx="7498080" cy="32916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3093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X (3,512) feeds every head; only the weights differ. d_k = d_model / num_heads = 512 / 8 = 64 — the split is what lets heads concatenate back to 512 later.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0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each head attends independently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 runs the same scaled-dot-product attention from the single-head deck — on its own Q, K, V.</a:t>
            </a:r>
            <a:endParaRPr lang="en-US" sz="1500" dirty="0"/>
          </a:p>
        </p:txBody>
      </p:sp>
      <p:pic>
        <p:nvPicPr>
          <p:cNvPr id="6" name="Image 0" descr="mha_out/diagrams/mha_perhe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10241280" cy="32874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3093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Qₕ = X·W_Qₕ, Kₕ, Vₕ all (3,64); scoresₕ (3,3); weightsₕ = softmax(scoresₕ/√d_k); outₕ = weightsₕ·Vₕ (3,64). No weights shared between heads — that is what enables specialization.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0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concatenate and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all 8 head outputs back together to width 512, then mix them with one more learned matrix.</a:t>
            </a:r>
            <a:endParaRPr lang="en-US" sz="1500" dirty="0"/>
          </a:p>
        </p:txBody>
      </p:sp>
      <p:pic>
        <p:nvPicPr>
          <p:cNvPr id="6" name="Image 0" descr="mha_out/diagrams/mha_conca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48840"/>
            <a:ext cx="10972800" cy="31601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4709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 = [out₀ | out₁ | … | out₇]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 × (3,64) -&gt; (3,512)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MHA    = concat @ W_O        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(3,512)@(512,512) -&gt; (3,512)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3093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(3,512) matches the input X — so multi-head attention slots cleanly into the residual stream and layers can stack.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0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5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multiple heads — specialization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each head has its own weights, each learns a different attention pattern.</a:t>
            </a:r>
            <a:endParaRPr lang="en-US" sz="1500" dirty="0"/>
          </a:p>
        </p:txBody>
      </p:sp>
      <p:pic>
        <p:nvPicPr>
          <p:cNvPr id="6" name="Image 0" descr="mha_out/diagrams/mha_map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783080"/>
            <a:ext cx="8778240" cy="26861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3093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grid is a head's weights (3,3); darker = stronger attention. Trained heads specialize (previous-token, syntax, broad context). Labels are illustrative — roles emerge from training, they are not assigned.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0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practice — one batched tensor, not a loop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implementations reshape and run all heads as a single batched matmul.</a:t>
            </a:r>
            <a:endParaRPr lang="en-US" sz="1500" dirty="0"/>
          </a:p>
        </p:txBody>
      </p:sp>
      <p:pic>
        <p:nvPicPr>
          <p:cNvPr id="6" name="Image 0" descr="mha_out/diagrams/mha_batch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10241280" cy="31338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(X @ W_Q).view(n, num_heads, d_k).transpose(0, 1)   </a:t>
            </a:r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(8, 3, 64)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3093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W_Q, W_K, W_V are single (512,512) matrices; the 512 is reshaped into 8×64 and heads become a batch dimension. Same math as slide 3, far faster on a GPU.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0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5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402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— the whole layer, end to 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in → split into 8×64 → attend per head → concat back to 512 → mix with W_O → 512 out.</a:t>
            </a:r>
            <a:endParaRPr lang="en-US" sz="1500" dirty="0"/>
          </a:p>
        </p:txBody>
      </p:sp>
      <p:pic>
        <p:nvPicPr>
          <p:cNvPr id="6" name="Image 0" descr="mha_out/diagrams/mha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10515600" cy="18928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3246120"/>
            <a:ext cx="10515600" cy="3063240"/>
          </a:xfrm>
          <a:prstGeom prst="roundRect">
            <a:avLst>
              <a:gd name="adj" fmla="val 2985"/>
            </a:avLst>
          </a:prstGeom>
          <a:solidFill>
            <a:srgbClr val="0A1A2E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3383280"/>
            <a:ext cx="10058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math, torch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torch.nn.functional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
</a:t>
            </a:r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d_model, num_heads = 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512, 8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d_k = d_model // num_heads            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64
</a:t>
            </a:r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2D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multi_head_attention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W_Q, W_K, W_V, W_O):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X.shape[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2D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(M):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M.view(n, num_heads, d_k).transpose(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Q, K, V = split(X @ W_Q), split(X @ W_K), split(X @ W_V) 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(8,3,64)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 = Q @ K.transpose(-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-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math.sqrt(d_k) 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(8,3,3)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 = F.softmax(scores, dim=-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heads   = weights @ V                                  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(8,3,64)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concat  = heads.transpose(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).reshape(n, d_model)   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(3,512)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 @ W_O                                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(3,512)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200" dur="indefinite" restart="never" nodeType="tmRoot">
          <p:childTnLst>
            <p:seq concurrent="1" nextAc="seek"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0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3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Multi-Head Attention</dc:title>
  <dc:subject>PptxGenJS Presentation</dc:subject>
  <dc:creator>Claude</dc:creator>
  <cp:lastModifiedBy>Claude</cp:lastModifiedBy>
  <cp:revision>1</cp:revision>
  <dcterms:created xsi:type="dcterms:W3CDTF">2026-07-03T20:02:42Z</dcterms:created>
  <dcterms:modified xsi:type="dcterms:W3CDTF">2026-07-03T20:02:42Z</dcterms:modified>
</cp:coreProperties>
</file>